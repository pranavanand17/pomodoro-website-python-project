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Q: What is a tuple?</a:t>
            </a:r>
          </a:p>
          <a:p>
            <a:r>
              <a:t>A: An immutable ordered sequence that can contain duplicate items.</a:t>
            </a:r>
          </a:p>
          <a:p>
            <a:r>
              <a:t>Q: What does len return?</a:t>
            </a:r>
          </a:p>
          <a:p>
            <a:r>
              <a:t>A: The number of items in an object.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Topic: Inheritance</a:t>
            </a:r>
          </a:p>
          <a:p>
            <a:r>
              <a:t>Explanation: A class reuses behavior from a base class.</a:t>
            </a:r>
          </a:p>
          <a:p>
            <a:r>
              <a:t>Topic: Python lists</a:t>
            </a:r>
          </a:p>
          <a:p>
            <a:r>
              <a:t>Explanation: Lists are mutable ordered collections that permit duplicates.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