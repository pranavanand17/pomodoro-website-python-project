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variable is a name that refers to an object in Python.</a:t>
            </a:r>
          </a:p>
          <a:p>
            <a:r>
              <a:t>A list is an ordered mutable collection that can contain duplicate items.</a:t>
            </a:r>
          </a:p>
          <a:p>
            <a:r>
              <a:t>A tuple is an ordered immutable sequence that can contain duplicate items.</a:t>
            </a:r>
          </a:p>
          <a:p>
            <a:r>
              <a:t>A dictionary is a mutable mapping from unique hashable keys to values.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set is an unordered collection of distinct hashable elements.</a:t>
            </a:r>
          </a:p>
          <a:p>
            <a:r>
              <a:t>A function is a reusable block of code defined with the def keyword.</a:t>
            </a:r>
          </a:p>
          <a:p>
            <a:r>
              <a:t>The return statement sends a result from a function to its caller.</a:t>
            </a:r>
          </a:p>
          <a:p>
            <a:r>
              <a:t>A parameter is a named input in a function definition.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 argument is a value supplied when a function is called.</a:t>
            </a:r>
          </a:p>
          <a:p>
            <a:r>
              <a:t>A class is a definition used to create objects with data and behavior.</a:t>
            </a:r>
          </a:p>
          <a:p>
            <a:r>
              <a:t>An instance is an individual object created from a class.</a:t>
            </a:r>
          </a:p>
          <a:p>
            <a:r>
              <a:t>The len function returns the number of items in an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range function produces an immutable sequence of integers.</a:t>
            </a:r>
          </a:p>
          <a:p>
            <a:r>
              <a:t>A for loop iterates over the elements of an iterable object.</a:t>
            </a:r>
          </a:p>
          <a:p>
            <a:r>
              <a:t>A while loop repeats a block of code while its condition is true.</a:t>
            </a:r>
          </a:p>
          <a:p>
            <a:r>
              <a:t>A try statement is used to handle exceptions with except clauses.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list comprehension creates a list from an iterable using a compact expression.</a:t>
            </a:r>
          </a:p>
          <a:p>
            <a:r>
              <a:t>The with statement manages a context and runs its cleanup when the block exits.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